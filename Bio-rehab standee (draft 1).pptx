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4389438" cy="109728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4660"/>
  </p:normalViewPr>
  <p:slideViewPr>
    <p:cSldViewPr snapToGrid="0">
      <p:cViewPr>
        <p:scale>
          <a:sx n="200" d="100"/>
          <a:sy n="200" d="100"/>
        </p:scale>
        <p:origin x="7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2FFAF-EA7E-4F31-8D88-0D284567D8B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09900" y="1200150"/>
            <a:ext cx="129540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6F79A-7519-4984-8BFB-D4F93C568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6F79A-7519-4984-8BFB-D4F93C5684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26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08" y="1795781"/>
            <a:ext cx="3731022" cy="3820160"/>
          </a:xfrm>
        </p:spPr>
        <p:txBody>
          <a:bodyPr anchor="b"/>
          <a:lstStyle>
            <a:lvl1pPr algn="ctr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80" y="5763261"/>
            <a:ext cx="3292079" cy="2649219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56" indent="0" algn="ctr">
              <a:buNone/>
              <a:defRPr sz="960"/>
            </a:lvl2pPr>
            <a:lvl3pPr marL="438912" indent="0" algn="ctr">
              <a:buNone/>
              <a:defRPr sz="864"/>
            </a:lvl3pPr>
            <a:lvl4pPr marL="658368" indent="0" algn="ctr">
              <a:buNone/>
              <a:defRPr sz="768"/>
            </a:lvl4pPr>
            <a:lvl5pPr marL="877824" indent="0" algn="ctr">
              <a:buNone/>
              <a:defRPr sz="768"/>
            </a:lvl5pPr>
            <a:lvl6pPr marL="1097280" indent="0" algn="ctr">
              <a:buNone/>
              <a:defRPr sz="768"/>
            </a:lvl6pPr>
            <a:lvl7pPr marL="1316736" indent="0" algn="ctr">
              <a:buNone/>
              <a:defRPr sz="768"/>
            </a:lvl7pPr>
            <a:lvl8pPr marL="1536192" indent="0" algn="ctr">
              <a:buNone/>
              <a:defRPr sz="768"/>
            </a:lvl8pPr>
            <a:lvl9pPr marL="1755648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1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88" y="2735583"/>
            <a:ext cx="3785890" cy="4564379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88" y="7343143"/>
            <a:ext cx="3785890" cy="2400299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82000"/>
                  </a:schemeClr>
                </a:solidFill>
              </a:defRPr>
            </a:lvl1pPr>
            <a:lvl2pPr marL="219456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2pPr>
            <a:lvl3pPr marL="438912" indent="0">
              <a:buNone/>
              <a:defRPr sz="864">
                <a:solidFill>
                  <a:schemeClr val="tx1">
                    <a:tint val="82000"/>
                  </a:schemeClr>
                </a:solidFill>
              </a:defRPr>
            </a:lvl3pPr>
            <a:lvl4pPr marL="65836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4pPr>
            <a:lvl5pPr marL="877824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5pPr>
            <a:lvl6pPr marL="1097280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6pPr>
            <a:lvl7pPr marL="1316736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7pPr>
            <a:lvl8pPr marL="1536192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8pPr>
            <a:lvl9pPr marL="175564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74" y="2921000"/>
            <a:ext cx="1865511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2153" y="2921000"/>
            <a:ext cx="1865511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9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584202"/>
            <a:ext cx="378589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46" y="2689861"/>
            <a:ext cx="1856938" cy="1318259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46" y="4008120"/>
            <a:ext cx="1856938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2153" y="2689861"/>
            <a:ext cx="1866083" cy="1318259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2153" y="4008120"/>
            <a:ext cx="1866083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2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2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6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731520"/>
            <a:ext cx="1415708" cy="256032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083" y="1579882"/>
            <a:ext cx="2222153" cy="7797800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46" y="3291840"/>
            <a:ext cx="1415708" cy="6098541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7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731520"/>
            <a:ext cx="1415708" cy="256032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6083" y="1579882"/>
            <a:ext cx="2222153" cy="7797800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56" indent="0">
              <a:buNone/>
              <a:defRPr sz="1344"/>
            </a:lvl2pPr>
            <a:lvl3pPr marL="438912" indent="0">
              <a:buNone/>
              <a:defRPr sz="1152"/>
            </a:lvl3pPr>
            <a:lvl4pPr marL="658368" indent="0">
              <a:buNone/>
              <a:defRPr sz="960"/>
            </a:lvl4pPr>
            <a:lvl5pPr marL="877824" indent="0">
              <a:buNone/>
              <a:defRPr sz="960"/>
            </a:lvl5pPr>
            <a:lvl6pPr marL="1097280" indent="0">
              <a:buNone/>
              <a:defRPr sz="960"/>
            </a:lvl6pPr>
            <a:lvl7pPr marL="1316736" indent="0">
              <a:buNone/>
              <a:defRPr sz="960"/>
            </a:lvl7pPr>
            <a:lvl8pPr marL="1536192" indent="0">
              <a:buNone/>
              <a:defRPr sz="960"/>
            </a:lvl8pPr>
            <a:lvl9pPr marL="1755648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46" y="3291840"/>
            <a:ext cx="1415708" cy="6098541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8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5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1192" y="584200"/>
            <a:ext cx="946473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74" y="584200"/>
            <a:ext cx="278455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3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74" y="584202"/>
            <a:ext cx="378589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74" y="2921000"/>
            <a:ext cx="378589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74" y="10170162"/>
            <a:ext cx="987624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1D66B-6BF0-4342-8925-C9489D1443D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4002" y="10170162"/>
            <a:ext cx="1481435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00040" y="10170162"/>
            <a:ext cx="987624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DC0F2-8447-46C3-BA4D-DE919096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3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438912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C5A7D3-39CC-7156-1D96-4E13E08C7B69}"/>
              </a:ext>
            </a:extLst>
          </p:cNvPr>
          <p:cNvSpPr/>
          <p:nvPr/>
        </p:nvSpPr>
        <p:spPr>
          <a:xfrm>
            <a:off x="0" y="2"/>
            <a:ext cx="4389438" cy="5960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5339D-D53B-D7CB-10E0-E23DBCC23809}"/>
              </a:ext>
            </a:extLst>
          </p:cNvPr>
          <p:cNvSpPr txBox="1"/>
          <p:nvPr/>
        </p:nvSpPr>
        <p:spPr>
          <a:xfrm>
            <a:off x="114299" y="20650"/>
            <a:ext cx="413512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Britannic Bold" panose="020B0903060703020204" pitchFamily="34" charset="0"/>
              </a:rPr>
              <a:t>Bio-Interactive Mirror Therapy: EMG-Guided Rehab System and Game Loop for Bilateral Hand Rehabilitation</a:t>
            </a:r>
            <a:endParaRPr lang="en-PK" sz="1050" dirty="0">
              <a:latin typeface="Britannic Bold" panose="020B0903060703020204" pitchFamily="34" charset="0"/>
            </a:endParaRPr>
          </a:p>
          <a:p>
            <a:pPr algn="ctr"/>
            <a:endParaRPr lang="en-US" sz="105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8F4C2-C114-B050-3B5C-389F8C924821}"/>
              </a:ext>
            </a:extLst>
          </p:cNvPr>
          <p:cNvSpPr txBox="1"/>
          <p:nvPr/>
        </p:nvSpPr>
        <p:spPr>
          <a:xfrm>
            <a:off x="689699" y="355977"/>
            <a:ext cx="2925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Biomedical Engineering, FYP OPEN HOUSE 2026, Batch-22</a:t>
            </a:r>
          </a:p>
          <a:p>
            <a:pPr algn="ctr"/>
            <a:endParaRPr lang="en-US" sz="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5FC100-D8D3-13D2-1712-BDEAD15C48C7}"/>
              </a:ext>
            </a:extLst>
          </p:cNvPr>
          <p:cNvCxnSpPr/>
          <p:nvPr/>
        </p:nvCxnSpPr>
        <p:spPr>
          <a:xfrm>
            <a:off x="-15480" y="863605"/>
            <a:ext cx="440490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Riphah International University - Wikipedia">
            <a:extLst>
              <a:ext uri="{FF2B5EF4-FFF2-40B4-BE49-F238E27FC236}">
                <a16:creationId xmlns:a16="http://schemas.microsoft.com/office/drawing/2014/main" id="{9E1555D8-DA4E-5D70-6324-394F633876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8" r="11176"/>
          <a:stretch>
            <a:fillRect/>
          </a:stretch>
        </p:blipFill>
        <p:spPr bwMode="auto">
          <a:xfrm>
            <a:off x="40983" y="96845"/>
            <a:ext cx="314952" cy="40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202F25-4FD6-DA64-C90D-D152C1733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174"/>
            <a:ext cx="4290876" cy="2011392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1046A02E-709D-7BE6-3478-0264C26ED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94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8615A90-0935-01E4-FF47-5D5D7CA27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4319" y="4815321"/>
            <a:ext cx="1260799" cy="128211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07E2D17-B7C8-6A0E-8EA0-ED030DB6E9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0077" y="8438756"/>
            <a:ext cx="1095645" cy="71660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E345CEF-9652-BDFC-964C-64BF701DC0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792" y="8467380"/>
            <a:ext cx="799044" cy="71660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DD12020-8E46-C20F-DD77-0A1F6C6BA5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0570" y="8438757"/>
            <a:ext cx="873392" cy="71660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A92623D-2C53-97EE-8411-3629A72584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467" y="8444233"/>
            <a:ext cx="873392" cy="762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5EA1DB-19D7-91E1-6CF1-E55B348B5D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8" y="4808175"/>
            <a:ext cx="1299863" cy="12817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08C906-4CD6-F1C6-7ABF-40E9EE0654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9872" y="4815320"/>
            <a:ext cx="1260799" cy="128211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958B00-D400-36DD-6C39-ADFAD0334187}"/>
              </a:ext>
            </a:extLst>
          </p:cNvPr>
          <p:cNvSpPr/>
          <p:nvPr/>
        </p:nvSpPr>
        <p:spPr>
          <a:xfrm>
            <a:off x="584275" y="6155781"/>
            <a:ext cx="3136720" cy="2041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PC AND MOBILE SUPPORTED APP</a:t>
            </a:r>
            <a:endParaRPr lang="en-PK" sz="1200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19DE43-C98C-DE52-48F4-8D26B8D897E1}"/>
              </a:ext>
            </a:extLst>
          </p:cNvPr>
          <p:cNvSpPr/>
          <p:nvPr/>
        </p:nvSpPr>
        <p:spPr>
          <a:xfrm>
            <a:off x="648163" y="4603092"/>
            <a:ext cx="2847091" cy="101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ysClr val="windowText" lastClr="000000"/>
                </a:solidFill>
              </a:rPr>
              <a:t>Our Design</a:t>
            </a:r>
            <a:endParaRPr lang="en-PK" sz="800" dirty="0">
              <a:solidFill>
                <a:sysClr val="windowText" lastClr="0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72FFC9-F66E-03FE-4857-43F0258CE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6448" y="1306942"/>
            <a:ext cx="1591202" cy="91029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6ECCAFE-0920-515C-CF72-21EA50E941E0}"/>
              </a:ext>
            </a:extLst>
          </p:cNvPr>
          <p:cNvSpPr/>
          <p:nvPr/>
        </p:nvSpPr>
        <p:spPr>
          <a:xfrm>
            <a:off x="2657475" y="2619374"/>
            <a:ext cx="372602" cy="134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0A6E8F-AFDF-B020-1621-EA65AA492F0D}"/>
              </a:ext>
            </a:extLst>
          </p:cNvPr>
          <p:cNvSpPr/>
          <p:nvPr/>
        </p:nvSpPr>
        <p:spPr>
          <a:xfrm>
            <a:off x="2695574" y="1581154"/>
            <a:ext cx="335629" cy="123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DB8D64-4F57-8488-0D89-5CBD3DBD4C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952" y="6423690"/>
            <a:ext cx="4291640" cy="497588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5AECB7-DF46-4110-A210-58401BBF7BD7}"/>
              </a:ext>
            </a:extLst>
          </p:cNvPr>
          <p:cNvSpPr/>
          <p:nvPr/>
        </p:nvSpPr>
        <p:spPr>
          <a:xfrm>
            <a:off x="1332097" y="8050791"/>
            <a:ext cx="1363478" cy="13032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Ai Models</a:t>
            </a:r>
            <a:endParaRPr lang="en-PK" sz="1100" dirty="0">
              <a:solidFill>
                <a:sysClr val="windowText" lastClr="000000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DCB999-45E4-B5E9-94DA-228D932B908D}"/>
              </a:ext>
            </a:extLst>
          </p:cNvPr>
          <p:cNvSpPr/>
          <p:nvPr/>
        </p:nvSpPr>
        <p:spPr>
          <a:xfrm>
            <a:off x="1296000" y="2610750"/>
            <a:ext cx="1591202" cy="18249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Methodology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A1E5CD6-12F5-59D9-900E-5A3F239279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1" y="2837771"/>
            <a:ext cx="4179213" cy="16815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DFD4D96-DA2B-8961-C223-7CDAC28A29E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11354" y="7033161"/>
            <a:ext cx="1343201" cy="97512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81C8B3-2D9B-6080-005A-A35960294D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98" y="7033160"/>
            <a:ext cx="1147616" cy="96119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E051479-422D-E2F2-B5D2-426DCA8D59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36448" y="7033159"/>
            <a:ext cx="1547411" cy="961199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FAEDFED-3317-4980-6870-7C56B28B5257}"/>
              </a:ext>
            </a:extLst>
          </p:cNvPr>
          <p:cNvSpPr/>
          <p:nvPr/>
        </p:nvSpPr>
        <p:spPr>
          <a:xfrm>
            <a:off x="519113" y="10672840"/>
            <a:ext cx="3479621" cy="24312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members :Ayemen Shahid  (45096)  Khadija Iftikhar (45091)  </a:t>
            </a:r>
            <a:r>
              <a:rPr lang="en-US" sz="7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Sumama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  <a:p>
            <a:pPr algn="ctr"/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Supervisor :</a:t>
            </a:r>
            <a:r>
              <a:rPr lang="en-US" sz="7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Zumair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Ali</a:t>
            </a:r>
          </a:p>
          <a:p>
            <a:endParaRPr lang="en-US" sz="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A9F50EB-0E13-CBDA-AE01-45DBFAD75C63}"/>
              </a:ext>
            </a:extLst>
          </p:cNvPr>
          <p:cNvSpPr/>
          <p:nvPr/>
        </p:nvSpPr>
        <p:spPr>
          <a:xfrm>
            <a:off x="819150" y="5822950"/>
            <a:ext cx="476850" cy="107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D288DE-1CD3-47E6-B3B7-8E2F3FEDE502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885</TotalTime>
  <Words>55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Baskerville Old Face</vt:lpstr>
      <vt:lpstr>Britannic Bold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Talha Khalid</dc:creator>
  <cp:lastModifiedBy>Ayemen Shahid</cp:lastModifiedBy>
  <cp:revision>7</cp:revision>
  <cp:lastPrinted>2025-07-20T22:44:27Z</cp:lastPrinted>
  <dcterms:created xsi:type="dcterms:W3CDTF">2025-07-20T21:58:37Z</dcterms:created>
  <dcterms:modified xsi:type="dcterms:W3CDTF">2026-09-06T16:22:19Z</dcterms:modified>
</cp:coreProperties>
</file>